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2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8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4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30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0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9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33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7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01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6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38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6B4E7-055C-49F8-AE7E-0B3AD5AED9A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3BCE0-9865-4FC2-A678-E87213706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30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614" y="82592"/>
            <a:ext cx="8344359" cy="663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70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1961945"/>
            <a:ext cx="11850754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48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7" y="0"/>
            <a:ext cx="3107414" cy="3289016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320" y="348336"/>
            <a:ext cx="7856680" cy="5413043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51" y="3404763"/>
            <a:ext cx="2899596" cy="300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046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47" y="263256"/>
            <a:ext cx="5344271" cy="5915851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451" y="717828"/>
            <a:ext cx="6920344" cy="515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82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85" y="456785"/>
            <a:ext cx="5753903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83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865" y="909286"/>
            <a:ext cx="4620270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9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" y="457200"/>
            <a:ext cx="12192000" cy="208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0" tIns="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 of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tau_f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Physical Meaning: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tau_f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the relaxation time for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_fi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the BGK collision step (Eq. 2):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python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_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fi_star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= _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fi_old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- (1.0 /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tau_f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) * (_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fi_old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- _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fi_c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)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controls how quickly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_fi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relaxes to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_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fi_c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The diffusion coefficient for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_phi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approximately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D_phi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~ (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tau_f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- 0.5) * Cs^2 *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n_dt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where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Cs^2 = 1/3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n_dt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= 1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Effect on Diffusion: Higher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tau_f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(lower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omega_f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= 1/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tau_f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increases the effective diffusion coefficient, as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_fi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relaxes more slowly, allowing diffusive terms in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_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fi_c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dominate. With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tau_f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= 1.5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D_phi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≈ (1.5 - 0.5) * (1/3) * 1 ≈ 0.333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which is significant and promotes rapid interface spreading.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Stability: 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tau_f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&gt; 0.5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required for stability, but values too close to 0.5 can under-relax, while large values increase numerical viscosity.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383A42"/>
                </a:solidFill>
                <a:effectLst/>
                <a:latin typeface="Fira Code"/>
                <a:cs typeface="Courier New" panose="02070309020205020404" pitchFamily="49" charset="0"/>
              </a:rPr>
              <a:t>tau_f 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4078F2"/>
                </a:solidFill>
                <a:effectLst/>
                <a:latin typeface="Fira Code"/>
                <a:cs typeface="Courier New" panose="02070309020205020404" pitchFamily="49" charset="0"/>
              </a:rPr>
              <a:t>=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383A42"/>
                </a:solidFill>
                <a:effectLst/>
                <a:latin typeface="Fira Code"/>
                <a:cs typeface="Courier New" panose="02070309020205020404" pitchFamily="49" charset="0"/>
              </a:rPr>
              <a:t> 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B76B01"/>
                </a:solidFill>
                <a:effectLst/>
                <a:latin typeface="Fira Code"/>
                <a:cs typeface="Courier New" panose="02070309020205020404" pitchFamily="49" charset="0"/>
              </a:rPr>
              <a:t>1.5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383A42"/>
                </a:solidFill>
                <a:effectLst/>
                <a:latin typeface="Fira Code"/>
                <a:cs typeface="Courier New" panose="02070309020205020404" pitchFamily="49" charset="0"/>
              </a:rPr>
              <a:t> </a:t>
            </a:r>
            <a:r>
              <a:rPr kumimoji="0" lang="en-US" altLang="en-US" sz="1000" b="0" i="1" u="none" strike="noStrike" cap="none" normalizeH="0" baseline="0" smtClean="0">
                <a:ln>
                  <a:noFill/>
                </a:ln>
                <a:solidFill>
                  <a:srgbClr val="A0A1A7"/>
                </a:solidFill>
                <a:effectLst/>
                <a:latin typeface="Fira Code"/>
                <a:cs typeface="Courier New" panose="02070309020205020404" pitchFamily="49" charset="0"/>
              </a:rPr>
              <a:t># Relaxation time for _fi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143435" y="2766083"/>
            <a:ext cx="11905129" cy="1754326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This is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</a:rPr>
              <a:t>bullshit.for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 a constant value of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</a:rPr>
              <a:t>Kf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= 0.0001, as I increase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</a:rPr>
              <a:t>tau_f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, the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</a:rPr>
              <a:t>delineasation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 or interface between the liquid and gas phases becomes clearer, i.e. the diffusion decreases. The exact opposite of what you said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  <a:r>
              <a:rPr lang="en-US" dirty="0">
                <a:solidFill>
                  <a:schemeClr val="bg1"/>
                </a:solidFill>
              </a:rPr>
              <a:t> Thank you for pointing out the discrepancy, and I apologize for the confusion in my previous explanation. You're correct that increasing </a:t>
            </a:r>
            <a:r>
              <a:rPr lang="en-US" dirty="0" err="1">
                <a:solidFill>
                  <a:schemeClr val="bg1"/>
                </a:solidFill>
              </a:rPr>
              <a:t>tau_f</a:t>
            </a:r>
            <a:r>
              <a:rPr lang="en-US" dirty="0">
                <a:solidFill>
                  <a:schemeClr val="bg1"/>
                </a:solidFill>
              </a:rPr>
              <a:t> in the context of </a:t>
            </a:r>
            <a:r>
              <a:rPr lang="en-US" dirty="0" err="1">
                <a:solidFill>
                  <a:schemeClr val="bg1"/>
                </a:solidFill>
              </a:rPr>
              <a:t>Inamuro</a:t>
            </a:r>
            <a:r>
              <a:rPr lang="en-US" dirty="0">
                <a:solidFill>
                  <a:schemeClr val="bg1"/>
                </a:solidFill>
              </a:rPr>
              <a:t> et al. (2004) and the provided script reduces diffusion and sharpens the interface between the liquid and gas phases, contrary to the statement that higher </a:t>
            </a:r>
            <a:r>
              <a:rPr lang="en-US" dirty="0" err="1">
                <a:solidFill>
                  <a:schemeClr val="bg1"/>
                </a:solidFill>
              </a:rPr>
              <a:t>tau_f</a:t>
            </a:r>
            <a:r>
              <a:rPr lang="en-US" dirty="0">
                <a:solidFill>
                  <a:schemeClr val="bg1"/>
                </a:solidFill>
              </a:rPr>
              <a:t> increases the diffusion coefficient. Let’s clarify the role of </a:t>
            </a:r>
            <a:r>
              <a:rPr lang="en-US" dirty="0" err="1">
                <a:solidFill>
                  <a:schemeClr val="bg1"/>
                </a:solidFill>
              </a:rPr>
              <a:t>tau_f</a:t>
            </a:r>
            <a:r>
              <a:rPr lang="en-US" dirty="0">
                <a:solidFill>
                  <a:schemeClr val="bg1"/>
                </a:solidFill>
              </a:rPr>
              <a:t> and correct the explanation, focusing on why increasing </a:t>
            </a:r>
            <a:r>
              <a:rPr lang="en-US" dirty="0" err="1">
                <a:solidFill>
                  <a:schemeClr val="bg1"/>
                </a:solidFill>
              </a:rPr>
              <a:t>tau_f</a:t>
            </a:r>
            <a:r>
              <a:rPr lang="en-US" dirty="0">
                <a:solidFill>
                  <a:schemeClr val="bg1"/>
                </a:solidFill>
              </a:rPr>
              <a:t> reduces diffusion and improves interface sharpness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143435" y="4741292"/>
            <a:ext cx="117437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Thank you for pointing out the discrepancy, and I apologize for the confusion in my previous explanation. You're correct that increasing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in the context of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Inamuro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et al. (2004) and the provided script reduces diffusion and sharpens the interface between the liquid and gas phases, contrary to the statement that higher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increases the diffusion coefficient. Let’s clarify the role of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and correct the explanation, focusing on why increasing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reduces diffusion and improves interface sharpness.</a:t>
            </a:r>
            <a:endParaRPr lang="en-US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599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95943" y="152469"/>
            <a:ext cx="1191985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Physical Meaning of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determines how quickly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_fi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relaxes toward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fi_c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during the collision step. A larger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(smaller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omega_f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means slower relaxation, causing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_fi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to retain more of its previous state (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fi_old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rather than fully aligning with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fi_c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In the context of the Cahn-Hilliard equation approximated by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_fi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the diffusion of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_phi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is governed by the mobility parameter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Kf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and the relaxation dynamics. The effective diffusion coefficient for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_phi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is related to the mobility and relaxation time, but the exact relationship in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Inamuro’s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method is more complex than the simplified single-phase LBM diffusion coefficient I previously stated 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D_phi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~ 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- 0.5) * Cs^2 *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n_dt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Correct Effect on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Diffusion:Increasing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reduces diffusion: A larger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(e.g., from 1.5 to 2.0 or 3.0) slows the relaxation of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_fi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toward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fi_c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Since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fi_c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contains diffusive terms (e.g.,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Kf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* _phi *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laplacian_phi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), slower relaxation reduces the influence of these terms per time step, effectively decreasing the diffusive flux across the phase interface. This results in a sharper interface between liquid 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phi_star_L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= 0.092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and gas 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phi_star_G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= 0.015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phases, as you observed.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Why the interface sharpens: The Cahn-Hilliard equation in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Inamuro’s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method includes a free-energy functional that promotes phase separation (via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psi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in Eq. 11). When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is larger, the system prioritizes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advective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transport and free-energy-driven phase separation over the diffusive terms in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fi_c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leading to a clearer delineation between phases.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Previous Error: My earlier claim that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D_phi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~ 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- 0.5) * Cs^2 *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n_dt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oversimplified the two-phase dynamics. In single-phase LBM, the diffusion coefficient for a conserved quantity scales with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tau - 0.5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but in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Inamuro’s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two-phase model, the diffusion of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_phi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is primarily controlled by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Kf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with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modulating the relaxation rate. A larger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reduces the effective contribution of diffusive terms, contrary to the single-phase analogy.</a:t>
            </a:r>
            <a:endParaRPr lang="en-US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435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18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Mathematical Context:The evolution of 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_phi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approximates the Cahn-Hilliard equation: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endParaRPr kumimoji="0" lang="en-US" altLang="en-US" sz="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∂_phi/∂t + u · ∇_phi = ∇ · (M ∇μ)</a:t>
            </a:r>
            <a:endParaRPr kumimoji="0" lang="en-US" altLang="en-US" sz="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the mobility, related to 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Kf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μ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the chemical potential, derived from the free-energy functional (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psi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Eq. 11).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LBM discretizes this via 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_fi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_fi_c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with 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Kf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scaling the diffusive flux (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∇ · (M ∇μ)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370114" y="2274838"/>
            <a:ext cx="11506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Why Your Observation is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Correct:With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Kf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= 0.0001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fixed, increasing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(e.g., from 1.5 to 2.0 or 3.0) reduces the relaxation rate 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omega_f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from 0.667 to 0.5 or 0.333), slowing the incorporation of diffusive terms. This allows the free-energy terms (controlled by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a = 1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b = 6.7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T = 0.035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to dominate, maintaining a sharper interface. Your observation that the interface becomes clearer (less diffuse) with higher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tau_f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aligns with this behavior.</a:t>
            </a:r>
            <a:endParaRPr lang="en-US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590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004" y="2498397"/>
            <a:ext cx="3103200" cy="2805531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321" y="2502117"/>
            <a:ext cx="3103200" cy="279809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239" y="2491295"/>
            <a:ext cx="3103200" cy="2819735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492" y="365"/>
            <a:ext cx="3076859" cy="222120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4337" y="365"/>
            <a:ext cx="3128535" cy="2221200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7"/>
          <a:srcRect l="507"/>
          <a:stretch/>
        </p:blipFill>
        <p:spPr>
          <a:xfrm>
            <a:off x="2965967" y="365"/>
            <a:ext cx="3099744" cy="222120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" y="0"/>
            <a:ext cx="3101321" cy="222193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467453"/>
            <a:ext cx="3103200" cy="286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943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2" y="79743"/>
            <a:ext cx="4074296" cy="2364714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968" y="0"/>
            <a:ext cx="4064400" cy="2517651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9" y="4451502"/>
            <a:ext cx="3377644" cy="2392497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243" y="4456621"/>
            <a:ext cx="3376800" cy="238737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43" y="2392531"/>
            <a:ext cx="3376800" cy="2054493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9243" y="2437907"/>
            <a:ext cx="3376800" cy="196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8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26" y="240871"/>
            <a:ext cx="3396204" cy="3139418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850" y="257438"/>
            <a:ext cx="3404488" cy="310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23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05" y="456865"/>
            <a:ext cx="6906589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87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653" y="-152900"/>
            <a:ext cx="6944694" cy="71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50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Microsoft Office PowerPoint</Application>
  <PresentationFormat>Breitbild</PresentationFormat>
  <Paragraphs>23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Fira Code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Neethling, Dirk Johan Dr. HOCHTIEF</dc:creator>
  <cp:lastModifiedBy>Neethling, Dirk Johan Dr. HOCHTIEF</cp:lastModifiedBy>
  <cp:revision>14</cp:revision>
  <dcterms:created xsi:type="dcterms:W3CDTF">2025-10-11T20:54:41Z</dcterms:created>
  <dcterms:modified xsi:type="dcterms:W3CDTF">2025-10-19T14:19:11Z</dcterms:modified>
</cp:coreProperties>
</file>