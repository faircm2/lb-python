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4" r:id="rId3"/>
    <p:sldId id="275" r:id="rId4"/>
    <p:sldId id="276" r:id="rId5"/>
    <p:sldId id="277" r:id="rId6"/>
    <p:sldId id="27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eethling, Dirk Johan Dr. HOCHTIEF" initials="NDJDH" lastIdx="1" clrIdx="0">
    <p:extLst>
      <p:ext uri="{19B8F6BF-5375-455C-9EA6-DF929625EA0E}">
        <p15:presenceInfo xmlns:p15="http://schemas.microsoft.com/office/powerpoint/2012/main" userId="Neethling, Dirk Johan Dr. HOCHTIEF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404B9-AAF5-456F-8B4F-26DAEC43280A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0777-F100-47DC-B97F-AB054F1A5B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35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404B9-AAF5-456F-8B4F-26DAEC43280A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0777-F100-47DC-B97F-AB054F1A5B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940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404B9-AAF5-456F-8B4F-26DAEC43280A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0777-F100-47DC-B97F-AB054F1A5B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896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404B9-AAF5-456F-8B4F-26DAEC43280A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0777-F100-47DC-B97F-AB054F1A5B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07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404B9-AAF5-456F-8B4F-26DAEC43280A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0777-F100-47DC-B97F-AB054F1A5B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53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404B9-AAF5-456F-8B4F-26DAEC43280A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0777-F100-47DC-B97F-AB054F1A5B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079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404B9-AAF5-456F-8B4F-26DAEC43280A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0777-F100-47DC-B97F-AB054F1A5B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197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404B9-AAF5-456F-8B4F-26DAEC43280A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0777-F100-47DC-B97F-AB054F1A5B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410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404B9-AAF5-456F-8B4F-26DAEC43280A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0777-F100-47DC-B97F-AB054F1A5B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595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404B9-AAF5-456F-8B4F-26DAEC43280A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0777-F100-47DC-B97F-AB054F1A5B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1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404B9-AAF5-456F-8B4F-26DAEC43280A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0777-F100-47DC-B97F-AB054F1A5B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62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4404B9-AAF5-456F-8B4F-26DAEC43280A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00777-F100-47DC-B97F-AB054F1A5B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681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018" y="401860"/>
            <a:ext cx="2490211" cy="2192819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2697016" y="0"/>
            <a:ext cx="2493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sigma=0.3, </a:t>
            </a:r>
            <a:r>
              <a:rPr lang="en-US" dirty="0" err="1" smtClean="0"/>
              <a:t>vf_theta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smtClean="0"/>
              <a:t>40</a:t>
            </a:r>
            <a:endParaRPr lang="en-US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1900" y="3029068"/>
            <a:ext cx="2515340" cy="2192400"/>
          </a:xfrm>
          <a:prstGeom prst="rect">
            <a:avLst/>
          </a:prstGeom>
        </p:spPr>
      </p:pic>
      <p:sp>
        <p:nvSpPr>
          <p:cNvPr id="7" name="Textfeld 6"/>
          <p:cNvSpPr txBox="1"/>
          <p:nvPr/>
        </p:nvSpPr>
        <p:spPr>
          <a:xfrm>
            <a:off x="2697017" y="2659736"/>
            <a:ext cx="2493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sigma=0.3, </a:t>
            </a:r>
            <a:r>
              <a:rPr lang="en-US" dirty="0" err="1" smtClean="0"/>
              <a:t>vf_theta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smtClean="0"/>
              <a:t>60</a:t>
            </a:r>
            <a:endParaRPr lang="en-US" dirty="0"/>
          </a:p>
        </p:txBody>
      </p:sp>
      <p:sp>
        <p:nvSpPr>
          <p:cNvPr id="8" name="Textfeld 7"/>
          <p:cNvSpPr txBox="1"/>
          <p:nvPr/>
        </p:nvSpPr>
        <p:spPr>
          <a:xfrm>
            <a:off x="205890" y="32528"/>
            <a:ext cx="2376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sigma=0.3, </a:t>
            </a:r>
            <a:r>
              <a:rPr lang="en-US" dirty="0" err="1" smtClean="0"/>
              <a:t>vf_theta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9" name="Textfeld 8"/>
          <p:cNvSpPr txBox="1"/>
          <p:nvPr/>
        </p:nvSpPr>
        <p:spPr>
          <a:xfrm>
            <a:off x="221670" y="2594679"/>
            <a:ext cx="2493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sigma=0.3, </a:t>
            </a:r>
            <a:r>
              <a:rPr lang="en-US" dirty="0" err="1" smtClean="0"/>
              <a:t>vf_theta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smtClean="0"/>
              <a:t>20</a:t>
            </a:r>
            <a:endParaRPr lang="en-US" dirty="0"/>
          </a:p>
        </p:txBody>
      </p:sp>
      <p:sp>
        <p:nvSpPr>
          <p:cNvPr id="10" name="Textfeld 9"/>
          <p:cNvSpPr txBox="1"/>
          <p:nvPr/>
        </p:nvSpPr>
        <p:spPr>
          <a:xfrm>
            <a:off x="5651904" y="32528"/>
            <a:ext cx="2493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sigma=0.3, </a:t>
            </a:r>
            <a:r>
              <a:rPr lang="en-US" dirty="0" err="1" smtClean="0"/>
              <a:t>vf_theta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smtClean="0"/>
              <a:t>85</a:t>
            </a:r>
            <a:endParaRPr lang="en-US" dirty="0"/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904" y="447672"/>
            <a:ext cx="2415166" cy="2101195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58" y="401860"/>
            <a:ext cx="2317480" cy="2036574"/>
          </a:xfrm>
          <a:prstGeom prst="rect">
            <a:avLst/>
          </a:prstGeom>
        </p:spPr>
      </p:pic>
      <p:pic>
        <p:nvPicPr>
          <p:cNvPr id="13" name="Grafik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12" y="2964011"/>
            <a:ext cx="2643388" cy="2322514"/>
          </a:xfrm>
          <a:prstGeom prst="rect">
            <a:avLst/>
          </a:prstGeom>
        </p:spPr>
      </p:pic>
      <p:sp>
        <p:nvSpPr>
          <p:cNvPr id="15" name="Textfeld 14"/>
          <p:cNvSpPr txBox="1"/>
          <p:nvPr/>
        </p:nvSpPr>
        <p:spPr>
          <a:xfrm>
            <a:off x="5799687" y="2594679"/>
            <a:ext cx="2493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sigma=0.3, </a:t>
            </a:r>
            <a:r>
              <a:rPr lang="en-US" dirty="0" err="1" smtClean="0"/>
              <a:t>vf_theta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smtClean="0"/>
              <a:t>89</a:t>
            </a:r>
            <a:endParaRPr lang="en-US" dirty="0"/>
          </a:p>
        </p:txBody>
      </p:sp>
      <p:pic>
        <p:nvPicPr>
          <p:cNvPr id="16" name="Grafik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1904" y="3029068"/>
            <a:ext cx="2549816" cy="2257457"/>
          </a:xfrm>
          <a:prstGeom prst="rect">
            <a:avLst/>
          </a:prstGeom>
        </p:spPr>
      </p:pic>
      <p:pic>
        <p:nvPicPr>
          <p:cNvPr id="17" name="Grafik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7965" y="392287"/>
            <a:ext cx="2540117" cy="2225347"/>
          </a:xfrm>
          <a:prstGeom prst="rect">
            <a:avLst/>
          </a:prstGeom>
        </p:spPr>
      </p:pic>
      <p:sp>
        <p:nvSpPr>
          <p:cNvPr id="18" name="Textfeld 17"/>
          <p:cNvSpPr txBox="1"/>
          <p:nvPr/>
        </p:nvSpPr>
        <p:spPr>
          <a:xfrm>
            <a:off x="8606792" y="22955"/>
            <a:ext cx="2493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sigma=0.2, </a:t>
            </a:r>
            <a:r>
              <a:rPr lang="en-US" dirty="0" err="1" smtClean="0"/>
              <a:t>vf_theta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smtClean="0"/>
              <a:t>60</a:t>
            </a:r>
            <a:endParaRPr lang="en-US" dirty="0"/>
          </a:p>
        </p:txBody>
      </p:sp>
      <p:sp>
        <p:nvSpPr>
          <p:cNvPr id="20" name="Textfeld 19"/>
          <p:cNvSpPr txBox="1"/>
          <p:nvPr/>
        </p:nvSpPr>
        <p:spPr>
          <a:xfrm>
            <a:off x="8698349" y="2659736"/>
            <a:ext cx="2318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sigma=0, </a:t>
            </a:r>
            <a:r>
              <a:rPr lang="en-US" dirty="0" err="1" smtClean="0"/>
              <a:t>vf_theta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smtClean="0"/>
              <a:t>60</a:t>
            </a:r>
            <a:endParaRPr lang="en-US" dirty="0"/>
          </a:p>
        </p:txBody>
      </p:sp>
      <p:pic>
        <p:nvPicPr>
          <p:cNvPr id="21" name="Grafik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9276" y="3105658"/>
            <a:ext cx="2397494" cy="210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20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38" y="985098"/>
            <a:ext cx="5316734" cy="4680000"/>
          </a:xfrm>
          <a:prstGeom prst="rect">
            <a:avLst/>
          </a:prstGeom>
        </p:spPr>
      </p:pic>
      <p:sp>
        <p:nvSpPr>
          <p:cNvPr id="7" name="Textfeld 6"/>
          <p:cNvSpPr txBox="1"/>
          <p:nvPr/>
        </p:nvSpPr>
        <p:spPr>
          <a:xfrm>
            <a:off x="1326995" y="356839"/>
            <a:ext cx="378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mtClean="0"/>
              <a:t>Top-Dirichlet: _phi[:,Yn]┬= </a:t>
            </a:r>
            <a:r>
              <a:rPr lang="en-US" smtClean="0"/>
              <a:t>phi_star_G</a:t>
            </a:r>
            <a:r>
              <a:rPr lang="de-DE" smtClean="0"/>
              <a:t> </a:t>
            </a:r>
            <a:endParaRPr lang="en-US"/>
          </a:p>
        </p:txBody>
      </p:sp>
      <p:sp>
        <p:nvSpPr>
          <p:cNvPr id="8" name="Textfeld 7"/>
          <p:cNvSpPr txBox="1"/>
          <p:nvPr/>
        </p:nvSpPr>
        <p:spPr>
          <a:xfrm>
            <a:off x="7668322" y="356839"/>
            <a:ext cx="2988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mtClean="0"/>
              <a:t>Top: </a:t>
            </a:r>
            <a:r>
              <a:rPr lang="en-US"/>
              <a:t>_phi[:, Yn+1] = _phi[:, Yn]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625" y="1134444"/>
            <a:ext cx="5078349" cy="446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131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521" y="680654"/>
            <a:ext cx="7582958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212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379" y="129286"/>
            <a:ext cx="7116168" cy="5582429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306" y="5711715"/>
            <a:ext cx="5630061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59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924" y="2953723"/>
            <a:ext cx="3315163" cy="981212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2" y="0"/>
            <a:ext cx="6773220" cy="1209844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365" y="1335616"/>
            <a:ext cx="5001323" cy="971686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3744" y="80228"/>
            <a:ext cx="3618256" cy="3854707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8919" y="2154880"/>
            <a:ext cx="4143953" cy="819264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101" y="3934935"/>
            <a:ext cx="6001588" cy="819264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277" y="4692783"/>
            <a:ext cx="6801799" cy="1562318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6076" y="3934935"/>
            <a:ext cx="5125165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057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329" y="742745"/>
            <a:ext cx="4931187" cy="2233537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048" y="3133233"/>
            <a:ext cx="4502976" cy="3505271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648" y="575200"/>
            <a:ext cx="4761828" cy="535353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5648" y="1110553"/>
            <a:ext cx="4562920" cy="1191808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3161" y="3505200"/>
            <a:ext cx="3200636" cy="2334437"/>
          </a:xfrm>
          <a:prstGeom prst="rect">
            <a:avLst/>
          </a:prstGeom>
        </p:spPr>
      </p:pic>
      <p:sp>
        <p:nvSpPr>
          <p:cNvPr id="9" name="Pfeil nach rechts 8"/>
          <p:cNvSpPr/>
          <p:nvPr/>
        </p:nvSpPr>
        <p:spPr>
          <a:xfrm>
            <a:off x="8138338" y="4169793"/>
            <a:ext cx="645459" cy="58280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hteck 9"/>
          <p:cNvSpPr/>
          <p:nvPr/>
        </p:nvSpPr>
        <p:spPr>
          <a:xfrm>
            <a:off x="8973670" y="3368053"/>
            <a:ext cx="134471" cy="26087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Gleichschenkliges Dreieck 10"/>
          <p:cNvSpPr/>
          <p:nvPr/>
        </p:nvSpPr>
        <p:spPr>
          <a:xfrm rot="5400000">
            <a:off x="8314764" y="4591378"/>
            <a:ext cx="2779059" cy="1192306"/>
          </a:xfrm>
          <a:prstGeom prst="triangle">
            <a:avLst>
              <a:gd name="adj" fmla="val 2129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Gerade Verbindung mit Pfeil 12"/>
          <p:cNvCxnSpPr/>
          <p:nvPr/>
        </p:nvCxnSpPr>
        <p:spPr>
          <a:xfrm>
            <a:off x="9108140" y="3798000"/>
            <a:ext cx="968189" cy="4781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feld 13"/>
          <p:cNvSpPr txBox="1"/>
          <p:nvPr/>
        </p:nvSpPr>
        <p:spPr>
          <a:xfrm>
            <a:off x="10183905" y="3906833"/>
            <a:ext cx="463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m</a:t>
            </a:r>
            <a:endParaRPr lang="en-US" dirty="0"/>
          </a:p>
        </p:txBody>
      </p:sp>
      <p:sp>
        <p:nvSpPr>
          <p:cNvPr id="17" name="Freihandform 16"/>
          <p:cNvSpPr/>
          <p:nvPr/>
        </p:nvSpPr>
        <p:spPr>
          <a:xfrm rot="21444317">
            <a:off x="10297813" y="4352441"/>
            <a:ext cx="1884850" cy="455136"/>
          </a:xfrm>
          <a:custGeom>
            <a:avLst/>
            <a:gdLst>
              <a:gd name="connsiteX0" fmla="*/ 0 w 1884850"/>
              <a:gd name="connsiteY0" fmla="*/ 0 h 455136"/>
              <a:gd name="connsiteX1" fmla="*/ 448235 w 1884850"/>
              <a:gd name="connsiteY1" fmla="*/ 215153 h 455136"/>
              <a:gd name="connsiteX2" fmla="*/ 1111624 w 1884850"/>
              <a:gd name="connsiteY2" fmla="*/ 376518 h 455136"/>
              <a:gd name="connsiteX3" fmla="*/ 1801906 w 1884850"/>
              <a:gd name="connsiteY3" fmla="*/ 448236 h 455136"/>
              <a:gd name="connsiteX4" fmla="*/ 1846729 w 1884850"/>
              <a:gd name="connsiteY4" fmla="*/ 448236 h 455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4850" h="455136">
                <a:moveTo>
                  <a:pt x="0" y="0"/>
                </a:moveTo>
                <a:cubicBezTo>
                  <a:pt x="131482" y="76200"/>
                  <a:pt x="262964" y="152400"/>
                  <a:pt x="448235" y="215153"/>
                </a:cubicBezTo>
                <a:cubicBezTo>
                  <a:pt x="633506" y="277906"/>
                  <a:pt x="886012" y="337671"/>
                  <a:pt x="1111624" y="376518"/>
                </a:cubicBezTo>
                <a:cubicBezTo>
                  <a:pt x="1337236" y="415365"/>
                  <a:pt x="1679389" y="436283"/>
                  <a:pt x="1801906" y="448236"/>
                </a:cubicBezTo>
                <a:cubicBezTo>
                  <a:pt x="1924424" y="460189"/>
                  <a:pt x="1885576" y="454212"/>
                  <a:pt x="1846729" y="44823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060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</Words>
  <Application>Microsoft Office PowerPoint</Application>
  <PresentationFormat>Breitbild</PresentationFormat>
  <Paragraphs>12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Neethling, Dirk Johan Dr. HOCHTIEF</dc:creator>
  <cp:lastModifiedBy>Neethling, Dirk Johan Dr. HOCHTIEF</cp:lastModifiedBy>
  <cp:revision>36</cp:revision>
  <dcterms:created xsi:type="dcterms:W3CDTF">2025-08-06T16:19:01Z</dcterms:created>
  <dcterms:modified xsi:type="dcterms:W3CDTF">2026-02-04T14:20:48Z</dcterms:modified>
</cp:coreProperties>
</file>